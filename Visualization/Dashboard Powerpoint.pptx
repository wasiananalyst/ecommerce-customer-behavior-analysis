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54" d="100"/>
          <a:sy n="54" d="100"/>
        </p:scale>
        <p:origin x="400"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E3107A-6034-424C-827B-E97001D51B25}"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72239-6B61-4B44-9BAF-E9D7B6F72774}" type="slidenum">
              <a:rPr lang="en-US" smtClean="0"/>
              <a:t>‹#›</a:t>
            </a:fld>
            <a:endParaRPr lang="en-US"/>
          </a:p>
        </p:txBody>
      </p:sp>
    </p:spTree>
    <p:extLst>
      <p:ext uri="{BB962C8B-B14F-4D97-AF65-F5344CB8AC3E}">
        <p14:creationId xmlns:p14="http://schemas.microsoft.com/office/powerpoint/2010/main" val="907972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Product Category Performance</a:t>
            </a:r>
            <a:endParaRPr dirty="0"/>
          </a:p>
          <a:p>
            <a:r>
              <a:rPr b="0" dirty="0"/>
              <a:t>No alt text provided</a:t>
            </a:r>
            <a:endParaRPr dirty="0"/>
          </a:p>
          <a:p>
            <a:endParaRPr dirty="0"/>
          </a:p>
          <a:p>
            <a:r>
              <a:rPr b="1" dirty="0"/>
              <a:t>Revenue By Payment Method</a:t>
            </a:r>
            <a:endParaRPr dirty="0"/>
          </a:p>
          <a:p>
            <a:r>
              <a:rPr b="0" dirty="0"/>
              <a:t>No alt text provided</a:t>
            </a:r>
            <a:endParaRPr dirty="0"/>
          </a:p>
          <a:p>
            <a:endParaRPr dirty="0"/>
          </a:p>
          <a:p>
            <a:r>
              <a:rPr b="1" dirty="0"/>
              <a:t>Customer By Satisfaction Level</a:t>
            </a:r>
            <a:endParaRPr dirty="0"/>
          </a:p>
          <a:p>
            <a:r>
              <a:rPr b="0" dirty="0"/>
              <a:t>No alt text provided</a:t>
            </a:r>
            <a:endParaRPr dirty="0"/>
          </a:p>
          <a:p>
            <a:endParaRPr dirty="0"/>
          </a:p>
          <a:p>
            <a:r>
              <a:rPr b="1" dirty="0"/>
              <a:t>Avg Revenue by Subscripton Status</a:t>
            </a:r>
            <a:endParaRPr dirty="0"/>
          </a:p>
          <a:p>
            <a:r>
              <a:rPr b="0" dirty="0"/>
              <a:t>No alt text provided</a:t>
            </a:r>
            <a:endParaRPr dirty="0"/>
          </a:p>
          <a:p>
            <a:endParaRPr dirty="0"/>
          </a:p>
          <a:p>
            <a:r>
              <a:rPr b="1" dirty="0"/>
              <a:t>Avg Revenue by Discount Usage</a:t>
            </a:r>
            <a:endParaRPr dirty="0"/>
          </a:p>
          <a:p>
            <a:r>
              <a:rPr b="0" dirty="0"/>
              <a:t>No alt text provided</a:t>
            </a:r>
            <a:endParaRPr dirty="0"/>
          </a:p>
          <a:p>
            <a:endParaRPr dirty="0"/>
          </a:p>
          <a:p>
            <a:r>
              <a:rPr b="1" dirty="0"/>
              <a:t>Customer By Gender</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Review Score By  Total Customer</a:t>
            </a:r>
            <a:endParaRPr dirty="0"/>
          </a:p>
          <a:p>
            <a:r>
              <a:rPr b="0" dirty="0"/>
              <a:t>No alt text provided</a:t>
            </a:r>
            <a:endParaRPr dirty="0"/>
          </a:p>
          <a:p>
            <a:endParaRPr dirty="0"/>
          </a:p>
          <a:p>
            <a:r>
              <a:rPr b="1" dirty="0"/>
              <a:t>Avg Delivery Days by Subscription Status </a:t>
            </a:r>
            <a:endParaRPr dirty="0"/>
          </a:p>
          <a:p>
            <a:r>
              <a:rPr b="0" dirty="0"/>
              <a:t>No alt text provided</a:t>
            </a:r>
            <a:endParaRPr dirty="0"/>
          </a:p>
          <a:p>
            <a:endParaRPr dirty="0"/>
          </a:p>
          <a:p>
            <a:r>
              <a:rPr b="1" dirty="0"/>
              <a:t>Total Customer by Device Type</a:t>
            </a:r>
            <a:endParaRPr dirty="0"/>
          </a:p>
          <a:p>
            <a:r>
              <a:rPr b="0" dirty="0"/>
              <a:t>No alt text provided</a:t>
            </a:r>
            <a:endParaRPr dirty="0"/>
          </a:p>
          <a:p>
            <a:endParaRPr dirty="0"/>
          </a:p>
          <a:p>
            <a:r>
              <a:rPr b="1" dirty="0"/>
              <a:t>Avg Revenue By Website Spent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azureMap</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 Return Customer by location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6/5/2026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a9d74c54-969e-4a46-a0cb-824f19499621/?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a9d74c54-969e-4a46-a0cb-824f19499621/?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a9d74c54-969e-4a46-a0cb-824f19499621/?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a9d74c54-969e-4a46-a0cb-824f19499621/?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a9d74c54-969e-4a46-a0cb-824f19499621/?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cardVisual ,cardVisual ,cardVisual ,Product Category Performance ,Revenue By Payment Method ,Customer By Satisfaction Level ,Avg Revenue by Subscripton Status ,Avg Revenue by Discount Usage ,Customer By Gender ,pageNavigator ,slice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EXC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cardVisual ,cardVisual ,cardVisual ,Review Score By  Total Customer ,Avg Delivery Days by Subscription Status  ,Total Customer by Device Type ,Avg Revenue By Website Spent ,clusteredColumnChart ,image ,pageNavigator ,slicer ,slice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Customer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cardVisual ,cardVisual ,cardVisual ,cardVisual ,cardVisual ,cardVisual ,slicer ,pageNavigator ,cardVisual.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Purchase Amount Stats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cardVisual ,cardVisual ,cardVisual ,image ,pageNavigato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DIscount usage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zureMap ,advancedSlicerVisual , Return Customer by location ,cardVisual ,cardVisual ,cardVisual ,cardVisual ,pageNavigator ,slicer ,slicer. Please refer to the notes on this slide for details">
            <a:hlinkClick r:id="rId3"/>
          </p:cNvPr>
          <p:cNvPicPr>
            <a:picLocks noChangeAspect="1"/>
          </p:cNvPicPr>
          <p:nvPr/>
        </p:nvPicPr>
        <p:blipFill>
          <a:blip r:embed="rId4"/>
          <a:stretch>
            <a:fillRect/>
          </a:stretch>
        </p:blipFill>
        <p:spPr>
          <a:xfrm>
            <a:off x="323850" y="0"/>
            <a:ext cx="11534775" cy="6848475"/>
          </a:xfrm>
          <a:prstGeom prst="rect">
            <a:avLst/>
          </a:prstGeom>
          <a:noFill/>
        </p:spPr>
      </p:pic>
      <p:sp>
        <p:nvSpPr>
          <p:cNvPr id="4" name="Title" hidden="1"/>
          <p:cNvSpPr>
            <a:spLocks noGrp="1"/>
          </p:cNvSpPr>
          <p:nvPr>
            <p:ph type="title"/>
          </p:nvPr>
        </p:nvSpPr>
        <p:spPr/>
        <p:txBody>
          <a:bodyPr/>
          <a:lstStyle/>
          <a:p>
            <a:r>
              <a:t>Location Analysis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306</Words>
  <Application>Microsoft Office PowerPoint</Application>
  <PresentationFormat>Widescreen</PresentationFormat>
  <Paragraphs>153</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Calibri</vt:lpstr>
      <vt:lpstr>Calibri Light</vt:lpstr>
      <vt:lpstr>Custom Design</vt:lpstr>
      <vt:lpstr>EXC Dashboard</vt:lpstr>
      <vt:lpstr>Customer Analysis</vt:lpstr>
      <vt:lpstr>Purchase Amount Stats</vt:lpstr>
      <vt:lpstr>DIscount usage Analysis</vt:lpstr>
      <vt:lpstr>Location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t45156</cp:lastModifiedBy>
  <cp:revision>5</cp:revision>
  <dcterms:created xsi:type="dcterms:W3CDTF">2016-09-04T11:54:55Z</dcterms:created>
  <dcterms:modified xsi:type="dcterms:W3CDTF">2026-06-05T02:27:01Z</dcterms:modified>
</cp:coreProperties>
</file>